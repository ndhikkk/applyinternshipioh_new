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Roboto Serif" pitchFamily="2" charset="77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MsIXZ4VwrDG+2x6nvwcZsku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6" d="100"/>
          <a:sy n="146" d="100"/>
        </p:scale>
        <p:origin x="1152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77c9981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777c9981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f777c9981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777c9981b_0_1"/>
          <p:cNvPicPr preferRelativeResize="0"/>
          <p:nvPr/>
        </p:nvPicPr>
        <p:blipFill rotWithShape="1">
          <a:blip r:embed="rId3">
            <a:alphaModFix/>
          </a:blip>
          <a:srcRect b="2028"/>
          <a:stretch/>
        </p:blipFill>
        <p:spPr>
          <a:xfrm>
            <a:off x="0" y="1"/>
            <a:ext cx="9906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777c9981b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588" y="3371850"/>
            <a:ext cx="695960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f777c9981b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1130" y="207681"/>
            <a:ext cx="1645214" cy="57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777c9981b_0_1"/>
          <p:cNvSpPr txBox="1"/>
          <p:nvPr/>
        </p:nvSpPr>
        <p:spPr>
          <a:xfrm>
            <a:off x="681038" y="1192306"/>
            <a:ext cx="8544000" cy="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6000" i="0" u="none" strike="noStrike" cap="none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SERTIFIKAT</a:t>
            </a:r>
            <a:endParaRPr sz="140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g3f777c9981b_0_1"/>
          <p:cNvSpPr txBox="1"/>
          <p:nvPr/>
        </p:nvSpPr>
        <p:spPr>
          <a:xfrm>
            <a:off x="681037" y="2156508"/>
            <a:ext cx="8544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diberikan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kepada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: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4" name="Google Shape;94;g3f777c9981b_0_1"/>
          <p:cNvSpPr txBox="1"/>
          <p:nvPr/>
        </p:nvSpPr>
        <p:spPr>
          <a:xfrm>
            <a:off x="681037" y="3483208"/>
            <a:ext cx="85440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Telah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mel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aksanakan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Program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erif"/>
                <a:ea typeface="Roboto Serif"/>
                <a:cs typeface="Roboto Serif"/>
                <a:sym typeface="Roboto Serif"/>
              </a:rPr>
              <a:t>Ind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ustry-Academia Collaboration </a:t>
            </a:r>
            <a:endParaRPr sz="1700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Program 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Indosat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Ooredoo Hutchison 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Circle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Java</a:t>
            </a:r>
            <a:endParaRPr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Terhitung mulai dari 12 Agustus 2026 sampai 13 Januari 2027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endParaRPr lang="en-ID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5" name="Google Shape;95;g3f777c9981b_0_1"/>
          <p:cNvSpPr txBox="1"/>
          <p:nvPr/>
        </p:nvSpPr>
        <p:spPr>
          <a:xfrm>
            <a:off x="681036" y="4669319"/>
            <a:ext cx="85440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Semarang, 13 Januari 2027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u="sng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Micha Heru</a:t>
            </a:r>
            <a:endParaRPr sz="1800" i="0" u="sng" strike="noStrike" cap="none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565658"/>
                </a:solidFill>
                <a:latin typeface="Arial"/>
                <a:ea typeface="Arial"/>
                <a:cs typeface="Arial"/>
                <a:sym typeface="Arial"/>
              </a:rPr>
              <a:t>VP - </a:t>
            </a:r>
            <a:r>
              <a:rPr lang="en-US" dirty="0">
                <a:solidFill>
                  <a:srgbClr val="565658"/>
                </a:solidFill>
              </a:rPr>
              <a:t>Head of Sales Effectiveness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777c9981b_0_1"/>
          <p:cNvPicPr preferRelativeResize="0"/>
          <p:nvPr/>
        </p:nvPicPr>
        <p:blipFill rotWithShape="1">
          <a:blip r:embed="rId6">
            <a:alphaModFix/>
          </a:blip>
          <a:srcRect l="-3550" r="3550"/>
          <a:stretch/>
        </p:blipFill>
        <p:spPr>
          <a:xfrm>
            <a:off x="3687200" y="5048375"/>
            <a:ext cx="2203914" cy="8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777c9981b_0_1"/>
          <p:cNvSpPr txBox="1"/>
          <p:nvPr/>
        </p:nvSpPr>
        <p:spPr>
          <a:xfrm>
            <a:off x="891450" y="2603675"/>
            <a:ext cx="81231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pikiiii1</a:t>
            </a:r>
            <a:endParaRPr sz="3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</Words>
  <Application>Microsoft Macintosh PowerPoint</Application>
  <PresentationFormat>A4 Paper (210x297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 Serif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agustapr</dc:creator>
  <cp:lastModifiedBy>Vicky Galih</cp:lastModifiedBy>
  <cp:revision>3</cp:revision>
  <dcterms:created xsi:type="dcterms:W3CDTF">2024-12-13T08:31:14Z</dcterms:created>
  <dcterms:modified xsi:type="dcterms:W3CDTF">2026-08-29T09:47:24Z</dcterms:modified>
</cp:coreProperties>
</file>