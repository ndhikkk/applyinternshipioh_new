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6858000" cy="9144000"/>
  <p:embeddedFontLst>
    <p:embeddedFont>
      <p:font typeface="Georgia" panose="02040502050405020303" pitchFamily="18" charset="0"/>
      <p:regular r:id="rId4"/>
      <p:bold r:id="rId5"/>
      <p:italic r:id="rId6"/>
      <p:boldItalic r:id="rId7"/>
    </p:embeddedFont>
    <p:embeddedFont>
      <p:font typeface="Roboto Serif" pitchFamily="2" charset="77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hJMsIXZ4VwrDG+2x6nvwcZskuI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66"/>
    <p:restoredTop sz="94710"/>
  </p:normalViewPr>
  <p:slideViewPr>
    <p:cSldViewPr snapToGrid="0">
      <p:cViewPr varScale="1">
        <p:scale>
          <a:sx n="146" d="100"/>
          <a:sy n="146" d="100"/>
        </p:scale>
        <p:origin x="1152" y="1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777c9981b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g3f777c9981b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g3f777c9981b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body" idx="1"/>
          </p:nvPr>
        </p:nvSpPr>
        <p:spPr>
          <a:xfrm>
            <a:off x="4211340" y="987426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1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2"/>
          <p:cNvSpPr>
            <a:spLocks noGrp="1"/>
          </p:cNvSpPr>
          <p:nvPr>
            <p:ph type="pic" idx="2"/>
          </p:nvPr>
        </p:nvSpPr>
        <p:spPr>
          <a:xfrm>
            <a:off x="4211340" y="987426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>
            <a:spLocks noGrp="1"/>
          </p:cNvSpPr>
          <p:nvPr>
            <p:ph type="body" idx="1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body" idx="1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f777c9981b_0_1"/>
          <p:cNvPicPr preferRelativeResize="0"/>
          <p:nvPr/>
        </p:nvPicPr>
        <p:blipFill rotWithShape="1">
          <a:blip r:embed="rId3">
            <a:alphaModFix/>
          </a:blip>
          <a:srcRect b="2028"/>
          <a:stretch/>
        </p:blipFill>
        <p:spPr>
          <a:xfrm>
            <a:off x="0" y="1"/>
            <a:ext cx="9906000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f777c9981b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74588" y="3371850"/>
            <a:ext cx="6959601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f777c9981b_0_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51130" y="207681"/>
            <a:ext cx="1645214" cy="57224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f777c9981b_0_1"/>
          <p:cNvSpPr txBox="1"/>
          <p:nvPr/>
        </p:nvSpPr>
        <p:spPr>
          <a:xfrm>
            <a:off x="681038" y="1192306"/>
            <a:ext cx="8544000" cy="8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lnSpcReduction="10000"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6000"/>
              <a:buFont typeface="Arial"/>
              <a:buNone/>
            </a:pPr>
            <a:r>
              <a:rPr lang="en-US" sz="6000" i="0" u="none" strike="noStrike" cap="none" dirty="0">
                <a:solidFill>
                  <a:srgbClr val="565658"/>
                </a:solidFill>
                <a:latin typeface="Georgia"/>
                <a:ea typeface="Georgia"/>
                <a:cs typeface="Georgia"/>
                <a:sym typeface="Georgia"/>
              </a:rPr>
              <a:t>SERTIFIKAT</a:t>
            </a:r>
            <a:endParaRPr sz="1400" i="0" u="none" strike="noStrike" cap="none" dirty="0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3" name="Google Shape;93;g3f777c9981b_0_1"/>
          <p:cNvSpPr txBox="1"/>
          <p:nvPr/>
        </p:nvSpPr>
        <p:spPr>
          <a:xfrm>
            <a:off x="681037" y="2156508"/>
            <a:ext cx="85440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diberikan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</a:t>
            </a: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kepada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:</a:t>
            </a:r>
            <a:endParaRPr sz="1400" i="0" u="none" strike="noStrike" cap="none" dirty="0">
              <a:solidFill>
                <a:srgbClr val="000000"/>
              </a:solidFill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94" name="Google Shape;94;g3f777c9981b_0_1"/>
          <p:cNvSpPr txBox="1"/>
          <p:nvPr/>
        </p:nvSpPr>
        <p:spPr>
          <a:xfrm>
            <a:off x="681037" y="3483208"/>
            <a:ext cx="8544000" cy="11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Telah </a:t>
            </a: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mel</a:t>
            </a: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aksanakan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Program </a:t>
            </a:r>
            <a:r>
              <a:rPr lang="en-US" sz="1700" dirty="0">
                <a:solidFill>
                  <a:schemeClr val="tx1">
                    <a:lumMod val="65000"/>
                    <a:lumOff val="35000"/>
                  </a:schemeClr>
                </a:solidFill>
                <a:latin typeface="Roboto Serif"/>
                <a:ea typeface="Roboto Serif"/>
                <a:cs typeface="Roboto Serif"/>
                <a:sym typeface="Roboto Serif"/>
              </a:rPr>
              <a:t>Ind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ustry-Academia Collaboration </a:t>
            </a:r>
            <a:endParaRPr sz="1700" dirty="0">
              <a:solidFill>
                <a:srgbClr val="565658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Program 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Di </a:t>
            </a:r>
            <a:r>
              <a:rPr lang="en-US" sz="1700" i="0" u="none" strike="noStrike" cap="none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Indosat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Ooredoo Hutchison </a:t>
            </a:r>
            <a:r>
              <a:rPr lang="en-US" sz="17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Circle</a:t>
            </a:r>
            <a:r>
              <a:rPr lang="en-US" sz="1700" i="0" u="none" strike="noStrike" cap="none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 Java</a:t>
            </a:r>
            <a:endParaRPr i="0" u="none" strike="noStrike" cap="none" dirty="0">
              <a:solidFill>
                <a:srgbClr val="000000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r>
              <a:rPr lang="en-US" sz="1700" dirty="0" err="1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Terhitung mulai dari 11 Agustus 2026 sampai 17 Desember 2026 </a:t>
            </a: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700"/>
              <a:buFont typeface="Arial"/>
              <a:buNone/>
            </a:pPr>
            <a:endParaRPr lang="en-ID" dirty="0"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95" name="Google Shape;95;g3f777c9981b_0_1"/>
          <p:cNvSpPr txBox="1"/>
          <p:nvPr/>
        </p:nvSpPr>
        <p:spPr>
          <a:xfrm>
            <a:off x="681036" y="4669319"/>
            <a:ext cx="8544000" cy="18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Semarang, 17 Desember 2026</a:t>
            </a:r>
            <a:endParaRPr sz="1400" i="0" u="none" strike="noStrike" cap="none" dirty="0">
              <a:solidFill>
                <a:srgbClr val="000000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5656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rgbClr val="565658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800"/>
              <a:buFont typeface="Arial"/>
              <a:buNone/>
            </a:pPr>
            <a:r>
              <a:rPr lang="en-US" sz="1800" u="sng" dirty="0">
                <a:solidFill>
                  <a:srgbClr val="565658"/>
                </a:solidFill>
                <a:latin typeface="Roboto Serif"/>
                <a:ea typeface="Roboto Serif"/>
                <a:cs typeface="Roboto Serif"/>
                <a:sym typeface="Roboto Serif"/>
              </a:rPr>
              <a:t>Micha Heru</a:t>
            </a:r>
            <a:endParaRPr sz="1800" i="0" u="sng" strike="noStrike" cap="none" dirty="0">
              <a:solidFill>
                <a:srgbClr val="565658"/>
              </a:solidFill>
              <a:latin typeface="Roboto Serif"/>
              <a:ea typeface="Roboto Serif"/>
              <a:cs typeface="Roboto Serif"/>
              <a:sym typeface="Roboto Serif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1400"/>
              <a:buFont typeface="Arial"/>
              <a:buNone/>
            </a:pPr>
            <a:r>
              <a:rPr lang="en-US" sz="1400" b="0" i="0" u="none" strike="noStrike" cap="none" dirty="0">
                <a:solidFill>
                  <a:srgbClr val="565658"/>
                </a:solidFill>
                <a:latin typeface="Arial"/>
                <a:ea typeface="Arial"/>
                <a:cs typeface="Arial"/>
                <a:sym typeface="Arial"/>
              </a:rPr>
              <a:t>VP - </a:t>
            </a:r>
            <a:r>
              <a:rPr lang="en-US" dirty="0">
                <a:solidFill>
                  <a:srgbClr val="565658"/>
                </a:solidFill>
              </a:rPr>
              <a:t>Head of Sales Effectiveness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g3f777c9981b_0_1"/>
          <p:cNvPicPr preferRelativeResize="0"/>
          <p:nvPr/>
        </p:nvPicPr>
        <p:blipFill rotWithShape="1">
          <a:blip r:embed="rId6">
            <a:alphaModFix/>
          </a:blip>
          <a:srcRect l="-3550" r="3550"/>
          <a:stretch/>
        </p:blipFill>
        <p:spPr>
          <a:xfrm>
            <a:off x="3687200" y="5048375"/>
            <a:ext cx="2203914" cy="88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f777c9981b_0_1"/>
          <p:cNvSpPr txBox="1"/>
          <p:nvPr/>
        </p:nvSpPr>
        <p:spPr>
          <a:xfrm>
            <a:off x="891450" y="2603675"/>
            <a:ext cx="8123100" cy="68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65658"/>
              </a:buClr>
              <a:buSzPts val="6000"/>
              <a:buFont typeface="Arial"/>
              <a:buNone/>
            </a:pPr>
            <a:r>
              <a:rPr lang="en-US" sz="3600" dirty="0">
                <a:solidFill>
                  <a:srgbClr val="565658"/>
                </a:solidFill>
                <a:latin typeface="Georgia"/>
                <a:ea typeface="Georgia"/>
                <a:cs typeface="Georgia"/>
                <a:sym typeface="Georgia"/>
              </a:rPr>
              <a:t>vicky test1222</a:t>
            </a:r>
            <a:endParaRPr sz="3600" dirty="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51</Words>
  <Application>Microsoft Macintosh PowerPoint</Application>
  <PresentationFormat>A4 Paper (210x297 mm)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Calibri</vt:lpstr>
      <vt:lpstr>Arial</vt:lpstr>
      <vt:lpstr>Roboto Serif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agustapr</dc:creator>
  <cp:lastModifiedBy>Vicky Galih</cp:lastModifiedBy>
  <cp:revision>3</cp:revision>
  <dcterms:created xsi:type="dcterms:W3CDTF">2024-12-13T08:31:14Z</dcterms:created>
  <dcterms:modified xsi:type="dcterms:W3CDTF">2026-08-29T09:47:24Z</dcterms:modified>
</cp:coreProperties>
</file>